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Proposal for Formation of IT Club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 College</a:t>
            </a:r>
          </a:p>
          <a:p>
            <a:r>
              <a:t>Presented by: IT Club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proposal outlines the formation of the IT Club at Quest College to foster technical skills, innovation, and collaboration among students</a:t>
            </a:r>
            <a:r>
              <a:rPr lang="en-US"/>
              <a:t> of Quest International College</a:t>
            </a:r>
            <a: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create a vibrant technical community that encourages learning, creativity, and professional growth in IT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Enhance practical IT skills</a:t>
            </a:r>
          </a:p>
          <a:p>
            <a:r>
              <a:t>- Promote teamwork and leadership</a:t>
            </a:r>
          </a:p>
          <a:p>
            <a:r>
              <a:t>- Organize workshops and events</a:t>
            </a:r>
          </a:p>
          <a:p>
            <a:r>
              <a:t>- </a:t>
            </a:r>
            <a:r>
              <a:rPr lang="en-US" altLang="en-US"/>
              <a:t>Working on real-world projects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Club?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IT Club will provide hands-on exposure beyond classrooms, preparing students for real-world challenges and careers.</a:t>
            </a:r>
          </a:p>
          <a:p>
            <a:r>
              <a:rPr lang="en-US"/>
              <a:t>Market ready by providing market relevant skills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Coding workshops</a:t>
            </a:r>
          </a:p>
          <a:p>
            <a:r>
              <a:t>- Hackathons</a:t>
            </a:r>
          </a:p>
          <a:p>
            <a:r>
              <a:t>- Tech talks</a:t>
            </a:r>
          </a:p>
          <a:p>
            <a:r>
              <a:t>- Project showcases</a:t>
            </a:r>
          </a:p>
          <a:p>
            <a:r>
              <a:t>- Industry interaction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President</a:t>
            </a:r>
          </a:p>
          <a:p>
            <a:r>
              <a:t>Vice President</a:t>
            </a:r>
          </a:p>
          <a:p>
            <a:r>
              <a:t>Secretary</a:t>
            </a:r>
          </a:p>
          <a:p>
            <a:r>
              <a:t>Treasurer</a:t>
            </a:r>
          </a:p>
          <a:p>
            <a:r>
              <a:t>Event &amp; Technical Teams</a:t>
            </a:r>
          </a:p>
          <a:p>
            <a:r>
              <a:rPr lang="en-US"/>
              <a:t>Project Manager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Students &amp; College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 development, innovation culture, college branding, and improved employability.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Faculty mentorship, basic funding, infrastructure support, and administrative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IT Club will be a valuable addition to Quest College, empowering students with future-ready skills.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look forward to your support and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WPS Presentation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Proposal for Formation of IT Club</vt:lpstr>
      <vt:lpstr>Introduction</vt:lpstr>
      <vt:lpstr>Vision</vt:lpstr>
      <vt:lpstr>Objectives</vt:lpstr>
      <vt:lpstr>Why IT Club?</vt:lpstr>
      <vt:lpstr>Planned Activities</vt:lpstr>
      <vt:lpstr>Organizational Structure</vt:lpstr>
      <vt:lpstr>Benefits to Students &amp; College</vt:lpstr>
      <vt:lpstr>Support Required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Saksham Khadka</cp:lastModifiedBy>
  <cp:revision>2</cp:revision>
  <dcterms:created xsi:type="dcterms:W3CDTF">2013-01-27T09:14:00Z</dcterms:created>
  <dcterms:modified xsi:type="dcterms:W3CDTF">2026-01-06T15:06:22Z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3BB17A0025AA47E6BD603C6BDC44D90C_12</vt:lpwstr>
  </property>
  <property fmtid="{D5CDD505-2E9C-101B-9397-08002B2CF9AE}" pid="3" name="KSOProductBuildVer">
    <vt:lpwstr>1033-12.2.0.23196</vt:lpwstr>
  </property>
</Properties>
</file>